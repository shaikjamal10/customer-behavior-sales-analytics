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Bricolage Grotesque ExtraBold" panose="020B0604020202020204" charset="0"/>
      <p:regular r:id="rId10"/>
    </p:embeddedFont>
    <p:embeddedFont>
      <p:font typeface="Montserrat" panose="020F0502020204030204" pitchFamily="2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64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 Behavior &amp; Sales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5058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Executive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79960"/>
            <a:ext cx="3053877" cy="1693962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568972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End-to-end workflow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977654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transactions → cleaning → analysis → interactive dashboard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79960"/>
            <a:ext cx="3053976" cy="1693962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568972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Dashboard focus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2977654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Demographics, subscriptions, categories, revenue, ratings, shipping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62934"/>
            <a:ext cx="6296860" cy="1089124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45194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Goal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4860627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 business users spot patterns and explore via filters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8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Dataset &amp; 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005509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41478" y="2005509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041478" y="2489795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records · 18 columns · customer, product, transaction, engagement, ops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472656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41478" y="3472656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041478" y="3956943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practical end-to-end analytics skills; prepare data; visualize in Power BI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939804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41478" y="4939804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Tech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041478" y="5424091"/>
            <a:ext cx="44950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/ Pandas, SQL, Power BI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28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 Preparation &amp; Cleaning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12641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09956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199726" y="2395438"/>
            <a:ext cx="3073819" cy="2540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6" name="Text 3"/>
          <p:cNvSpPr/>
          <p:nvPr/>
        </p:nvSpPr>
        <p:spPr>
          <a:xfrm>
            <a:off x="5199726" y="2540695"/>
            <a:ext cx="30738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Handle nulls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199726" y="3024981"/>
            <a:ext cx="30738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 or remove missing values (e.g., 37 missing review ratings)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62552" y="209956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62552" y="2395438"/>
            <a:ext cx="3073918" cy="2540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0" name="Text 7"/>
          <p:cNvSpPr/>
          <p:nvPr/>
        </p:nvSpPr>
        <p:spPr>
          <a:xfrm>
            <a:off x="8462552" y="2540695"/>
            <a:ext cx="30739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Type &amp; columns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62552" y="3024981"/>
            <a:ext cx="30739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data types; create analytical columns for segmentation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199726" y="42629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199726" y="4558804"/>
            <a:ext cx="6336745" cy="2540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4" name="Text 11"/>
          <p:cNvSpPr/>
          <p:nvPr/>
        </p:nvSpPr>
        <p:spPr>
          <a:xfrm>
            <a:off x="5199726" y="4704060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Outliers &amp; prep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199726" y="5188347"/>
            <a:ext cx="63367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Detect/handle outliers; export cleaned data for Power BI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13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Analytical Workflow &amp; KPIs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82342"/>
            <a:ext cx="1169561" cy="1461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7270" y="3182342"/>
            <a:ext cx="39104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Workflow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67270" y="3591024"/>
            <a:ext cx="391041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→ Clean (Python) → Query (SQL) → Measures → Dashboard (Power BI)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3182342"/>
            <a:ext cx="1169561" cy="1461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710" y="3182342"/>
            <a:ext cx="39105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KPIs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619710" y="3591024"/>
            <a:ext cx="391051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Customers: 3.9K · Avg purchase: $59.76 · Avg rating: 3.75 · Total revenue: $233K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Dashboard Findings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1058" y="2757488"/>
            <a:ext cx="5315512" cy="540841"/>
          </a:xfrm>
          <a:prstGeom prst="roundRect">
            <a:avLst>
              <a:gd name="adj" fmla="val 7569"/>
            </a:avLst>
          </a:prstGeom>
          <a:solidFill>
            <a:srgbClr val="090E3F"/>
          </a:solidFill>
          <a:ln w="12700">
            <a:solidFill>
              <a:srgbClr val="41467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31188" y="2867620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31188" y="3070126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Non-subscribed segment much larger — conversion opportunity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221058" y="3348534"/>
            <a:ext cx="5315512" cy="540841"/>
          </a:xfrm>
          <a:prstGeom prst="roundRect">
            <a:avLst>
              <a:gd name="adj" fmla="val 7569"/>
            </a:avLst>
          </a:prstGeom>
          <a:solidFill>
            <a:srgbClr val="090E3F"/>
          </a:solidFill>
          <a:ln w="12700">
            <a:solidFill>
              <a:srgbClr val="4146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1188" y="3458666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Category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31188" y="3661172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Clothing leads in volume and revenue; follow: Accessories, Footwear, Outerwear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221058" y="3939580"/>
            <a:ext cx="5315512" cy="540841"/>
          </a:xfrm>
          <a:prstGeom prst="roundRect">
            <a:avLst>
              <a:gd name="adj" fmla="val 7569"/>
            </a:avLst>
          </a:prstGeom>
          <a:solidFill>
            <a:srgbClr val="090E3F"/>
          </a:solidFill>
          <a:ln w="12700">
            <a:solidFill>
              <a:srgbClr val="4146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1188" y="4049713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31188" y="4252218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 strongest in sales; use age-based targeting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0215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Recommendations &amp; Conclusion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852613"/>
            <a:ext cx="661475" cy="992287"/>
          </a:xfrm>
          <a:prstGeom prst="roundRect">
            <a:avLst>
              <a:gd name="adj" fmla="val 50000"/>
            </a:avLst>
          </a:prstGeom>
          <a:solidFill>
            <a:srgbClr val="282D5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142" y="2224683"/>
            <a:ext cx="248041" cy="248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7607" y="2017911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Subscription Offers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467607" y="2363192"/>
            <a:ext cx="54907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promotions to convert non-subscribed customers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61475" y="2989560"/>
            <a:ext cx="661475" cy="992287"/>
          </a:xfrm>
          <a:prstGeom prst="roundRect">
            <a:avLst>
              <a:gd name="adj" fmla="val 50000"/>
            </a:avLst>
          </a:prstGeom>
          <a:solidFill>
            <a:srgbClr val="282D5E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142" y="3361630"/>
            <a:ext cx="248041" cy="248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7607" y="3154859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Focus Inventory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467607" y="3500140"/>
            <a:ext cx="54907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Clothing promotions and stock for top demand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61475" y="4126508"/>
            <a:ext cx="661475" cy="992287"/>
          </a:xfrm>
          <a:prstGeom prst="roundRect">
            <a:avLst>
              <a:gd name="adj" fmla="val 50000"/>
            </a:avLst>
          </a:prstGeom>
          <a:solidFill>
            <a:srgbClr val="282D5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142" y="4498578"/>
            <a:ext cx="248041" cy="248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7607" y="4291806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Segmented Campaigns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467607" y="4637088"/>
            <a:ext cx="54907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to strongest age segments; test offers for others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5263455"/>
            <a:ext cx="661475" cy="992287"/>
          </a:xfrm>
          <a:prstGeom prst="roundRect">
            <a:avLst>
              <a:gd name="adj" fmla="val 50000"/>
            </a:avLst>
          </a:prstGeom>
          <a:solidFill>
            <a:srgbClr val="282D5E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142" y="5635526"/>
            <a:ext cx="248041" cy="2480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7607" y="5428754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Investigate Low Performers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467607" y="5774035"/>
            <a:ext cx="54907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pricing, demand, promos, inventory for weaker categories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Bricolage Grotesque ExtraBold</vt:lpstr>
      <vt:lpstr>Bricolage Grotesque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shaik shoaib</dc:creator>
  <cp:lastModifiedBy>shaik shoaib</cp:lastModifiedBy>
  <cp:revision>1</cp:revision>
  <dcterms:created xsi:type="dcterms:W3CDTF">2026-08-20T03:18:47Z</dcterms:created>
  <dcterms:modified xsi:type="dcterms:W3CDTF">2026-08-20T03:24:24Z</dcterms:modified>
</cp:coreProperties>
</file>